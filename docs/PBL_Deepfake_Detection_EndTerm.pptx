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2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School of Computer Science and Engineering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Unmasking Deception: A Novel Approach to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Face Swap Deepfake Identification via Geometric Interpolation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751"/>
                </a:solidFill>
              </a:rPr>
              <a:t>★ ACCEPTED | IEEE ACCESS 2026 | PUBLISHING SOON 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1"/>
                </a:solidFill>
              </a:rPr>
              <a:t>Supervised By: </a:t>
            </a:r>
            <a:r>
              <a:rPr lang="en-US" sz="1200" b="1" dirty="0">
                <a:solidFill>
                  <a:srgbClr val="FFFFFF"/>
                </a:solidFill>
              </a:rPr>
              <a:t>Dr. Lav Upadhyay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1"/>
                </a:solidFill>
              </a:rPr>
              <a:t>Authors: Aakash Kushwaha, Krish Gupta, Lav Upadhyay</a:t>
            </a:r>
            <a:r>
              <a:rPr lang="en-US" sz="1200" b="1" dirty="0">
                <a:solidFill>
                  <a:srgbClr val="FFFFFF"/>
                </a:solidFill>
              </a:rPr>
              <a:t/>
            </a:r>
            <a:r>
              <a:rPr lang="en-US" sz="1200" b="1" dirty="0" err="1">
                <a:solidFill>
                  <a:srgbClr val="FFFFFF"/>
                </a:solidFill>
              </a:rPr>
              <a:t/>
            </a:r>
            <a:r>
              <a:rPr lang="en-US" sz="1200" b="1" dirty="0">
                <a:solidFill>
                  <a:srgbClr val="FFFFFF"/>
                </a:solidFill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Introduction &amp; Motivation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Literature Review &amp; Research Gap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Problem Statement &amp; Objectives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Proposed Methodology &amp; Novel Contributions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Ablation Study: What Worked vs Failed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Results &amp; Cross-Dataset Evaluation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IEEE Access Publication &amp; Outcomes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Introduction: The Deepfake Threat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Deepfakes: AI-generated synthetic media that swap faces in videos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Used for misinformation, fraud, and identity theft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Detection becomes harder as generation quality improves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Real-world impact: Political manipulation, financial scams, privacy violations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11,935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Videos Tested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365760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Datasets Used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749040"/>
            <a:ext cx="365760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99.99%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Peak AUC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Detection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High Quality Fakes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Modern deepfakes are nearly photorealistic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Compression Artifacts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Videos lose quality during transmission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Limited References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Few real images available for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Generalization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Methods must work across different datasets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Literature Review: Existing Approaches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CNN-based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Learn artifact patterns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Needs large labeled datasets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Temporal Analysis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Track frame consistency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Fails on modern deepfakes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Face Recognition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Match identity similarity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Only uses max similarity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Biological Signals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Detect heartbeat/blinks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Easily spoofed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</a:rPr>
              <a:t>⚡ Research Gap: No method models deepfakes as geometric interpolation in embedding space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14751"/>
                </a:solidFill>
              </a:rPr>
              <a:t>How can we improve identity-based deepfake detection by capturing the geometric properties of face-swapping in embedding space?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Research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Develop novel geometric scoring methods that capture face-swapping mechanics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Achieve state-of-the-art detection accuracy on benchmark datasets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Ensure robustness under compression and limited reference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Validate methods through comprehensive ablation studies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Methodology: Overall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28016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(32 frames)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 Detection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(RetinaFace)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(ArcFace)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128016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Novel Scoring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128016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Dataset: </a:t>
            </a:r>
            <a:r>
              <a:rPr lang="en-US" sz="1400" dirty="0">
                <a:solidFill>
                  <a:srgbClr val="1A1A1A"/>
                </a:solidFill>
              </a:rPr>
              <a:t>Celeb-DF (5,639 fakes + 590 real), FaceForensics++ (4,000 videos)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Embeddings: </a:t>
            </a:r>
            <a:r>
              <a:rPr lang="en-US" sz="1400" dirty="0">
                <a:solidFill>
                  <a:srgbClr val="1A1A1A"/>
                </a:solidFill>
              </a:rPr>
              <a:t>512-dim ArcFace features per frame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Evaluation: </a:t>
            </a:r>
            <a:r>
              <a:rPr lang="en-US" sz="1400" dirty="0">
                <a:solidFill>
                  <a:srgbClr val="1A1A1A"/>
                </a:solidFill>
              </a:rPr>
              <a:t>Video-level AUC (mean of frame scores)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Feature Extraction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Input: Video file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Extract 32 uniformly sampled frames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Detect largest face per frame (RetinaFace)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Generate 512-dim embedding (ArcFace ResNet-50)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Store embeddings + reference set per identity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📊 Processing Stats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Total Videos: 11,935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Frames Sampled: ~380,000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Embeddings: 512-dim ArcFace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Identities (Celeb-DF v2): 59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Identities (FF++): 1,000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Hardware: NVIDIA RTX 5070Ti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Novel Contributions (Our Work)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02C39A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Betweenness Geometry 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Measures WHERE test embedding sits on line between claimed ID and nearest other 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99.99% AUC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00A896">
              <a:alpha val="80000"/>
            </a:srgbClr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</a:rPr>
              <a:t>2. Negative Margin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Compares similarity to claimed ID vs nearest other identity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99.90% AUC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28090">
              <a:alpha val="80000"/>
            </a:srgbClr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</a:rPr>
              <a:t>3. Statistical Modeling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Uses full distribution (mean, median, std) instead of just max similarity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749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99.80% 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+ Source Identity Detection: 96.2% accuracy in identifying actual source face used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Ablation Study: What We Tested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METHODS THAT WORKED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Betweenness Geometry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99.99%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Negative Margin Scoring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99.90%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Statistical Modeling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99.80%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Source Detection Analysis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96.2% 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METHODS THAT FAILED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Temporal Consistency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64% AUC (modern fakes are smooth)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Multi-Layer Fusion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95.63% AUC (still below baseline)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Adaptive Threshold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Hurts performance (no room)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Frame Weighting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No improvement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Dual-Consistency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69% AUC (wrong features)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751"/>
                </a:solidFill>
              </a:rPr>
              <a:t>💡 Key Insight: Geometric modeling of embedding space outperforms temporal and multi-layer approaches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Results: Celeb-DF v2 Performance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Real Videos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Fake Videos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FACTOR (baseline)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99.40%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Negative Margin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99.90%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Betweenness ★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99.99%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M+S+B (Combined)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99.99%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3931920" cy="9144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🎯 Key Achievement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+0.59% improvement over baseline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Perfect separation on 58/59 identities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377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📊 Source Detection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96.2% accuracy in identifying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actual source face used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Cross-Dataset Generalization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Celeb-DF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DF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FS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F2F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NT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99.40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88.78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46.18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81.94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50.37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Margin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99.06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71.50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48.05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Betweenness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82.69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48.18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M+S+B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75.78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49.17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DF = Deepfakes, FS = FaceSwap, F2F = Face2Face, NT = NeuralTextures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Betweenness is BEST on all face-swap datasets (DF, FS)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F2F and NT are reenactment methods (no identity change) → identity methods cannot detect them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Compression Robustness (c23 → c40)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407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c23 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c40 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Drop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FACTOR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99.88%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0.04%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Similar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Margin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99.82%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99.36%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0.46%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Robust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Betweenness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99.94%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0.03%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Most Robust ★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c23 = High Quality | c40 = Heavy Compression (realistic scenario)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828800" y="4297680"/>
            <a:ext cx="54864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116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4751"/>
                </a:solidFill>
              </a:rPr>
              <a:t>🏆 Betweenness maintains performance even under heavy compression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Project Journey: From PBL to IEEE Access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02C39A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Initial Submission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COMPLETED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Mid-2025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00A896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003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Major Revision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4003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COMPLETED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Late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660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Addressed all 5 reviewers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10 publication-quality figures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Bootstrap CIs added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523702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ACCEPTED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★ IEEE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Publishing in 7-8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96517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📝 Final Outcomes Achieved: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Paper accepted in IEEE Access (Manuscript ID: Access-2026-03062)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3 Novel scoring methods — all validated on 11,935 videos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99.99% AUC on Celeb-DF v2 — highest reported on benchmark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Zero deepfake training data required — fully unsupervised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[1] Li, Y. et al. (2020). Celeb-DF: A Large-Scale Challenging Dataset for DeepFake Forensics. CVPR.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[2] Rössler, A. et al. (2019). FaceForensics++: Learning to Detect Manipulated Facial Images. ICCV.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[3] Deng, J. et al. (2019). ArcFace: Additive Angular Margin Loss for Deep Face Recognition. CVPR.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[4] Reiss, T., Cavia, B., Hoshen, Y. (2023). Detecting Deepfakes Without Seeing Any. arXiv:2311.01458.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[5] Kushwaha, A., Gupta, K., Upadhyay, L. (2026). Unmasking Deception: A Novel Approach to Face Swap Deepfake Identification via Geometric Interpolation. IEEE Access.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Unmasking Deception — Accepted in IEEE Access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1043</Words>
  <Application>Microsoft Macintosh PowerPoint</Application>
  <PresentationFormat>On-screen Show (16:9)</PresentationFormat>
  <Paragraphs>266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Deepfake Detection via Geometric Embedding Analysis</dc:title>
  <dc:subject>PptxGenJS Presentation</dc:subject>
  <dc:creator>PBL Student</dc:creator>
  <cp:lastModifiedBy>[BTECH-005-2023-24] AAKASH KUSHWAHA</cp:lastModifiedBy>
  <cp:revision>2</cp:revision>
  <dcterms:created xsi:type="dcterms:W3CDTF">2026-02-14T18:53:53Z</dcterms:created>
  <dcterms:modified xsi:type="dcterms:W3CDTF">2026-02-14T19:02:59Z</dcterms:modified>
</cp:coreProperties>
</file>